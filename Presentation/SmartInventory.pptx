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480560"/>
            <a:ext cx="13990320" cy="338328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394960"/>
            <a:ext cx="3108960" cy="3108960"/>
          </a:xfrm>
          <a:prstGeom prst="ellipse">
            <a:avLst/>
          </a:prstGeom>
          <a:solidFill>
            <a:srgbClr val="F2A541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Inventory Management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project brief to working system — architecture, algorithms, and engineering techniques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06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93392" y="58064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5806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580644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1104" y="5806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14416" y="58064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4416" y="5806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EF 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9248" y="580644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5806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/ PBKDF2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Brief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requested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web-based platform for managing stock levels, suppliers, product categories, purchase orders, and real-time tracking across multiple warehouses.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Requested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for products, categories, suppliers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scanner integration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alerts &amp; reorder logic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(Admin, Manager, Staff)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320040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Stack (Brief)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38404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 Core MVC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Framework Core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Server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Chart.js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vs.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delivered system maps to — and diverges from — the brief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Web API (.NET 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378440" y="21579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468880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specified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— 4 layers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378440" y="26151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926080"/>
            <a:ext cx="1088136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EF 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78440" y="30723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(server views)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SPA + Vite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378440" y="35295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378440" y="39867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specified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4088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Bearer + PBKDF2 hashing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378440" y="44439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(Products/Categories/Suppliers)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4754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4088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— plus Customers, Warehouses, Orders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378440" y="49011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212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0" y="5212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Manager / Staff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5212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Staff (2 roles)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378440" y="535838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5669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scanner integration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5669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40880" y="5669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implemented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378440" y="5815584"/>
            <a:ext cx="164592" cy="164592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3" name="Shape 51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" y="6126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 dashboard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840480" y="6126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040880" y="6126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— live stats + charts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378440" y="6272784"/>
            <a:ext cx="164592" cy="164592"/>
          </a:xfrm>
          <a:prstGeom prst="ellipse">
            <a:avLst/>
          </a:prstGeom>
          <a:solidFill>
            <a:srgbClr val="2C9678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669340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delivered as-is / equivalent      ● partially delivered      ● not implemented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— Backend/src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Smart.WebApi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Controllers, JWT middleware, Program.cs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2642616"/>
            <a:ext cx="9235440" cy="960120"/>
          </a:xfrm>
          <a:prstGeom prst="roundRect">
            <a:avLst>
              <a:gd name="adj" fmla="val 7619"/>
            </a:avLst>
          </a:prstGeom>
          <a:solidFill>
            <a:srgbClr val="9FBBEF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7157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Smart.Application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3145536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(business logic), DTOs, interfaces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730752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6E8FD8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80390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Smart.Infrastructure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4233672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Core, Repository + Unit of Work, migrations, seeding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4818888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4892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Smart.Domain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532180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enums, core interfaces — zero external dependencies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95274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direction: WebApi → Application → Infrastructure → Domain (Domain has no outward dependencies)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80644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06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5806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55848" y="580644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5806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78808" y="5806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71616" y="580644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5806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94576" y="5806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787384" y="580644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24544" y="58064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10344" y="5806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resources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Authentication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issuance backed by PBKDF2 password hashing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Hashing — PBKDF2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02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Rfc2898DeriveBytes.Pbkdf2(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password, salt, 100_000, SHA256, 32)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16-byte cryptographic random salt per user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a 32-byte hash with 100,000 SHA-256 iterations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as "{iterations}.{salt-b64}.{hash-b64}"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login: re-derive using stored salt/iterations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CryptographicOperations.FixedTimeEquals — constant-time to resist timing attacks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Issuance — JWT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embedded in the token: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/ NameIdentifier — user id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— username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— Admin / Staff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jti — unique token 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4160520"/>
            <a:ext cx="4754880" cy="0"/>
          </a:xfrm>
          <a:prstGeom prst="line">
            <a:avLst/>
          </a:prstGeom>
          <a:noFill/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3891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with HMAC-SHA256, symmetric key from Jwt:Key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expiry: 480 minutes (8 hours)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as Authorization: Bearer &lt;token&gt;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endpoint requires it except POST /api/auth/login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Data Access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Repository + Unit of Work, with cursor-free pagination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+ Unit of Work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GenericRepository&lt;T&gt; implements CRUD once for every entity (T : BaseEntity)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.Include(...) chains via params string[] for eager-loading navigation properties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UnitOfWork exposes one repository per entity, lazily instantiated (??=) so unused repos never touch the DbContext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SaveChangesAsync() commits every change tracked across repositories in one transaction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 Algorithm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0" y="2103120"/>
            <a:ext cx="466344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194560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(page &lt; 1) page = 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(pageSize &lt; 1) pageSize = 20;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query.Where(filter)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.OrderBy(e =&gt; e.Id)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.Skip((page - 1) * pageSize)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.Take(pageSize)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37947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count queried separately for the UI's page/total display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predicate filter (e.g. product name/SKU search) applied before paging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Products, Suppliers, Customers list endpoints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5257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Delete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5577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Remove() flips IsDeleted = true instead of a physical DELETE, preserving historical references (e.g. past orders pointing to a removed product).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Stock Movement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Supply and Issue orders update inventory in real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4F6FC"/>
          </a:solidFill>
          <a:ln w="19050">
            <a:solidFill>
              <a:srgbClr val="2C96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Order (توريد)  — stock 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488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product.QuantityInStock += quantity;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 stock for the target product. No upper bound check — a warehouse can always receive more.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4F6FC"/>
          </a:solidFill>
          <a:ln w="19050">
            <a:solidFill>
              <a:srgbClr val="C15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Order (صرف) — stock out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214884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1488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(stock &lt; quantity) reject();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stock -= quantity;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against negative stock: an issue order is rejected up front if requested quantity exceeds what's on hand.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order also computes its financial state: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7091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totalAmount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49040" y="47091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quantity × unitPrice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5276088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276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remainingAmount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49040" y="527608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totalAmount − paidAmount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5843016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8430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49040" y="584301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Complete if paidAmount ≥ totalAmount, else Incomplete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Returns &amp; Refunds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complex business logic in the system: partial-refund state machine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return order references the original order and returns goods to stock. Refund handling depends on how much debt remains on the original order: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 ≤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80720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paidAmount = 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finalTotal = returnAmount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Incomplete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7216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money returned yet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2860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 &gt; 0  AND  remainingDebt &gt; 0  AND  refund ≤ remainingDebt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80720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paidAmount = 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finalTotal = returnAmount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Incomplete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37216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absorbed by existing debt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05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 &gt; 0  AND  remainingDebt &gt; 0  AND  refund &gt; remainingDebt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00176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 = refund − remainingDebt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paidAmount = excess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finalTotal = returnAmount − refund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59161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cleared, excess counted as paid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43434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4805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 &gt; 0  AND  remainingDebt ≤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500176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paidAmount = refund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finalTotal = returnAmount − refund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59161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order already settled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quantity is always added back to product.QuantityInStock, regardless of the refund branch taken.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Reporting &amp;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aggregation over the product catalog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777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TotalProducts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0" y="15087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all active products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87168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500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TotalUnits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17520" y="235000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products.Sum(p =&gt; p.QuantityInStock)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23500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 held across the catalog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10881360" cy="777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328416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91256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LowStock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17520" y="319125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products.Count(p =&gt; p.QuantityInStock &lt;= p.ReorderLevel)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319125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at or below their reorder threshold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169664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32504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TotalValue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017520" y="403250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products.Sum(p =&gt; p.QuantityInStock * p.UnitPrice)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4032504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inventory value at current unit prices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1937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Breakdown (for the dashboard chart)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categories.Select(c =&gt; new { c.Name, Value = products.Where(p =&gt; p.CategoryId == c.Id).Sum(p =&gt; p.QuantityInStock) })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—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role travels from login to a protected UI element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Login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2423160"/>
            <a:ext cx="17190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verifies credentials, TokenService embeds Role claim in the JWT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31089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52928" y="155448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141B49"/>
          </a:solidFill>
          <a:ln/>
        </p:spPr>
      </p:sp>
      <p:sp>
        <p:nvSpPr>
          <p:cNvPr id="9" name="Text 7"/>
          <p:cNvSpPr/>
          <p:nvPr/>
        </p:nvSpPr>
        <p:spPr>
          <a:xfrm>
            <a:off x="2990088" y="17830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Storage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17520" y="2423160"/>
            <a:ext cx="17190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stores { token, user } via tokenStorage.js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01184" y="31089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65776" y="155448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202936" y="17830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Request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30368" y="2423160"/>
            <a:ext cx="17190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api/client.js attaches Authorization: Bearer &lt;token&gt; to every call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14032" y="31089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78624" y="155448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141B49"/>
          </a:solidFill>
          <a:ln/>
        </p:spPr>
      </p:sp>
      <p:sp>
        <p:nvSpPr>
          <p:cNvPr id="17" name="Text 15"/>
          <p:cNvSpPr/>
          <p:nvPr/>
        </p:nvSpPr>
        <p:spPr>
          <a:xfrm>
            <a:off x="7415784" y="17830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Backend check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43216" y="2423160"/>
            <a:ext cx="17190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[Authorize(Roles="Admin")] on Suppliers/Customers/Reports controllers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26880" y="31089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1472" y="155448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28632" y="17830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Frontend guard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56064" y="2423160"/>
            <a:ext cx="17190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&lt;RequireRole role="Admin"&gt; hides/redirects non-Admin routes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7607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roles in practice: Admin (full access) and Staff (operational access — no Suppliers, Customers, or Reports).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Engineering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SPA — patterns beyond basic CRUD screens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401 Interceptor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fetch wrapper (api/client.js) dispatches a window "auth:unauthorized" custom event on any 401 response. AuthContext listens globally and clears the session — logging the user out from anywhere in the app without prop-drilling or a shared HTTP client instance.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93192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977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window.dispatchEvent(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Event('auth:unauthorized'))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Decouples the API layer from React context — no circular imports.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Race-Condition-Safe Auth State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batches setAuth(data) and navigate() into one commit. Effects fire child-before-parent, so a child route's mount effect (its first API call) could run before AuthProvider's effect persisted the token — sending a request with no Authorization header and bouncing back to /login.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43434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write to localStorage synchronously at the point auth changes, not inside a useEffect keyed on auth state.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525780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52578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writeStoredAuth(data); setAuth(data)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UX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blocks behind every screen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RequireAuth / RequireRole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33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guards redirecting unauthenticated or under-privileged users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830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DataTable + Pagination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2633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table shell paired with page/pageSize controls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7830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240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SkeletonRows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2633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rows shown while an API call is in flight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47472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Toast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4325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success/error notifications after mutations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32461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47472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LowStockAlert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0" y="4325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widget surfacing products at/below reorder level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32461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347472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StatCard / ActivityFeed / RackCapacityBar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4325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visual widgets backed by live stats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Gaps vs. the Brief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 to reach full production and brief parity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 scanner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in the brief; not implemented — no scan-input handling in Products/Orders yet.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28800"/>
            <a:ext cx="411480" cy="41148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8105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search parameter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boxes filter only the currently loaded page; no ?search= query param on the API.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14800"/>
            <a:ext cx="411480" cy="41148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0965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exception handling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middleware to catch unhandled errors; they surface as raw 500 responses.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114800"/>
            <a:ext cx="411480" cy="41148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0965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&amp; CI/CD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7091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CategoryServiceTests exists; no CI pipeline, no Docker/production configuration.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— Technical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F2A54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Management System — Technical Deep Dive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9 · React 18 · SQLite · JWT/PBKDF2 · Clean Architecture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2026-07-10T20:43:07Z</dcterms:created>
  <dcterms:modified xsi:type="dcterms:W3CDTF">2026-07-10T20:43:07Z</dcterms:modified>
</cp:coreProperties>
</file>